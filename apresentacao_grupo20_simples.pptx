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A6A6A6"/>
            </a:solidFill>
            <a:ln w="25400" cap="flat">
              <a:solidFill>
                <a:srgbClr val="A6A6A6"/>
              </a:solidFill>
              <a:prstDash val="dash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6A6A6"/>
              </a:solidFill>
              <a:ln w="9525" cap="flat">
                <a:solidFill>
                  <a:srgbClr val="A6A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dynamic,1</c:v>
                </c:pt>
              </c:strCache>
            </c:strRef>
          </c:tx>
          <c:spPr>
            <a:solidFill>
              <a:srgbClr val="2F5597"/>
            </a:solidFill>
            <a:ln w="25400" cap="flat">
              <a:solidFill>
                <a:srgbClr val="2F5597"/>
              </a:solidFill>
              <a:prstDash val="dash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597"/>
              </a:solidFill>
              <a:ln w="9525" cap="flat">
                <a:solidFill>
                  <a:srgbClr val="2F55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0.91</c:v>
                </c:pt>
                <c:pt idx="1">
                  <c:v>1.82</c:v>
                </c:pt>
                <c:pt idx="2">
                  <c:v>3.61</c:v>
                </c:pt>
                <c:pt idx="3">
                  <c:v>6.9</c:v>
                </c:pt>
                <c:pt idx="4">
                  <c:v>12.07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Speed-up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2F5597"/>
            </a:solidFill>
            <a:ln w="25400" cap="flat">
              <a:solidFill>
                <a:srgbClr val="2F5597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597"/>
              </a:solidFill>
              <a:ln w="9525" cap="flat">
                <a:solidFill>
                  <a:srgbClr val="2F559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2.747</c:v>
                </c:pt>
                <c:pt idx="1">
                  <c:v>3.017</c:v>
                </c:pt>
                <c:pt idx="2">
                  <c:v>3.042</c:v>
                </c:pt>
                <c:pt idx="3">
                  <c:v>3.177</c:v>
                </c:pt>
                <c:pt idx="4">
                  <c:v>3.632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666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66666"/>
                    </a:solidFill>
                    <a:latin typeface="Arial"/>
                  </a:rPr>
                  <a:t>Tempo (s)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Nosso problema é o Mandelbrot. Cada pixel é calculado sozinho, então dividimos as linhas da imagem entre as threads. O ponto importante é que o custo não é uniforme: o meio da imagem é bem mais caro que as bordas, e isso afeta como o OpenMP distribui o trabalho. Usamos schedule(runtime) para testar static, dynamic e guided sem recompilar. O checksum deu igual em todas as execuções, então o resultado paralelo é o mesmo do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forte mantivemos a imagem em 4096 por 4096 e fomos aumentando as threads. Com dynamic,1 chegamos a 6,9 vezes com 8 núcleos, 86% de eficiência. Com uma thread o paralelo é uns 10% mais lento que o sequencial, que é o custo do OpenMP. O static com o chunk padrão fica bem pior, 36,7%, porque os blocos grandes deixam as linhas do centro com poucas threads e as outras ficam esperando. Com 16 threads usando hyper-threading o speed-up vai a 12, mas a eficiência cai para 75%.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fraca a imagem cresce junto com as threads, sempre cerca de um milhão de pixels por thread, na mesma região do plano. O tempo foi de 2,75 para 3,18 segundos com 8 threads, então a eficiência ficou em 86,5%. Com 16 threads cai para 75,6%, pelo mesmo motivo da forte: as threads extras são hyper-threads. Resumindo, com o dynamic,1 o Mandelbrot escala bem nos dois casos até o número de núcleos físicos.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conjunto de Mandelbrot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20 · Gabriel Coelho e Gabriel Cherubini · Programação Paralela, PUCRS 2026/2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6675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pixel c: z = z² + c até |z| &gt; 2 ou 2000 iterações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independentes: paralelizamos o laço das linhas, cada thread escreve a sua faixa da imagem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pixel varia muito: o interior do conjunto (centro da imagem) roda as 2000 iterações, as bordas escapam rápido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Diretiva: #pragma omp parallel for schedule(runtime) reduction(+:checksum)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Máquina: atlantica05, 2× Xeon E5520 (8 núcleos, 16 com HT), gcc ‑O2, mediana de 3 execuções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igual em todas as execuções (paralelo = sequencial)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371600"/>
            <a:ext cx="4023360" cy="4023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635240" y="5486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gerada (tons = nº de iterações)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forte (imagem fixa 4096×4096)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20 · Gabriel Coelho e Gabriel Cherubini · Programação Paralela, PUCRS 2026/2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7607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105156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Efic.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(HT)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0" y="40233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dynamic,1 fica perto do ideal até 8 threads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perde porque as linhas caras do centro caem sempre nas mesmas threads (com chunk 1 ele volta a 6,37 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HT o ganho continua, mas a eficiência cai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fraca (1024×1024 pixels por thread)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20 · Gabriel Coelho e Gabriel Cherubini · Programação Paralela, PUCRS 2026/2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7607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2588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1234440"/>
                <a:gridCol w="1234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Efic.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1024×1024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1448×1448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2048×2048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2896×2896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(HT)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4096×4096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00800" y="3749040"/>
            <a:ext cx="5303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ideal seria o tempo constante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8 threads o tempo sobe pouco (8× mais pixels, +16% de tempo)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16 threads a queda vem do hyper-threading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com dynamic,1 o programa escala bem até os 8 núcleos físicos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2026-09-15T22:05:14Z</dcterms:created>
  <dcterms:modified xsi:type="dcterms:W3CDTF">2026-09-15T22:05:14Z</dcterms:modified>
</cp:coreProperties>
</file>